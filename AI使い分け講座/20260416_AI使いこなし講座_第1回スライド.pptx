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AIツール使いこなし講座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　導入・インストール講座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0292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今日のゴール：2つのツールが動く状態で終わる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Zoomオンライン　・　画面共有あり　・　PC必須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第1回　導入・インストール講座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321040" cy="6126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22960"/>
            <a:ext cx="640080" cy="612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9601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914400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オープニング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914400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在りさんの実体験を聞く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481328"/>
            <a:ext cx="83210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1481328"/>
            <a:ext cx="640080" cy="612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1618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0:10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161848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08760" y="1572768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 セットアップ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1572768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アカウント作成 → ログイン → 最初のチャット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139696"/>
            <a:ext cx="8321040" cy="6126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139696"/>
            <a:ext cx="640080" cy="612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2768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2768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2231136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セットアップ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794760" y="2231136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インストール → 起動 → 画面の見方を確認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798064"/>
            <a:ext cx="832104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798064"/>
            <a:ext cx="640080" cy="612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2935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0:50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29352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2889504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動作確認・Q&amp;A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94760" y="2889504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全員の画面で両方が動いているか確認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456432"/>
            <a:ext cx="8321040" cy="6126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456432"/>
            <a:ext cx="640080" cy="6126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" y="35935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0:55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5935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08760" y="3547872"/>
            <a:ext cx="2286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第2回の予告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94760" y="3547872"/>
            <a:ext cx="47548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次回は自己紹介ページを一緒に作ります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オープニング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最初に一つお約束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誰か一人でもつまずいたら、止まります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7099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エラーが出ても、焦らなくて大丈夫です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" y="2414016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2414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459736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チャット欄にエラーメッセージを貼ってもらえれば一緒に解決します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600" y="3163824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20954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「完成しなくても OK」が今日のルールです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28600" y="3913632"/>
            <a:ext cx="457200" cy="4572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395935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詰まることは失敗じゃない。それが普通です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コーチ歴15年。コードは一行も書いたことがない。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それでも、Webアプリをいくつも作れた。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5486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朝霧ヤマノの売上管理システム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947672"/>
            <a:ext cx="5486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47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コーチング練習AIアプリ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569464"/>
            <a:ext cx="5486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694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見積書・請求書生成ツール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3191256"/>
            <a:ext cx="54864" cy="3657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9125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毎朝AIニュースを自動収集してメール送信するシステム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" y="43891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使ったのは　くろちゃん・Antigravity・クロコ、この3つだけ。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オープニング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今日インストールする2つのツール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023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くろちゃん（Claude）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claude.ai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相談・文章・設計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日本語で話しかけるだけ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アカウント作成は無料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ブラウザで使える（インストール不要）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868680"/>
            <a:ext cx="402336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868680"/>
            <a:ext cx="402336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868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antigravity.google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アプリをゼロから作る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「作って」と言うだけでアプリが生成される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VSCode風の画面でファイルも管理できる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200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  Gemini 2.5 Pro 搭載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45720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クロコ（Claude Code）は本日対象外。気になる方は補講でご案内します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STEP 1　Claude セットアップ（20分）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　Claude セットアップ（20分）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　claude.ai　を開いてください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「サインアップ」をクリック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Googleアカウントでログインが一番かんたんです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4688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メールアドレスで登録する場合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770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確認メールが届きます。メールを開いてリンクをクリック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ログインできたら画面を確認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547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チャット入力欄が見えればOKです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0233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最初のチャットを打ってみる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3251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「こんにちは」と打ってEnterを押してください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詰まったらチャット欄にエラー内容を貼ってください。一緒に解決します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STEP 1　Claude セットアップ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くろちゃんに話しかけてみよう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チャット欄にこのままコピーして送ってみてください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送るメッセージ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45920"/>
            <a:ext cx="8595360" cy="777240"/>
          </a:xfrm>
          <a:prstGeom prst="rect">
            <a:avLst/>
          </a:prstGeom>
          <a:solidFill>
            <a:srgbClr val="E8EAF6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はじめまして。私はAIが初めてです。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あなたができることを3つだけ、かんたんに教えてください。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5176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くろちゃんが答えてくれたら成功です！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91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日本語でそのまま話しかけてOK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93192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間違えても消して書き直せます。気軽に使ってください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STEP 2　Antigravity セットアップ（20分）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　Antigravity セットアップ（20分）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868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　antigravity.google　を開いてください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69164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サインインする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19933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Googleアカウントでログインします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46888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新しいプロジェクトを作る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77063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「New Project」またはそれに相当するボタンをクリック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24612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画面の見方を確認する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54787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左：ファイル一覧　右：チャット　これだけ覚えれば OK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023360"/>
            <a:ext cx="411480" cy="41148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チャットに一言打ってみる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32511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「こんにちは」と打って送信してみてください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詰まったらチャット欄にエラー内容を貼ってください。一緒に解決します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0972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843"/>
                </a:solidFill>
              </a:rPr>
              <a:t>動作確認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動作確認　チェックリスト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くろちゃん（Claude）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claude.ai が開く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ログインできている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295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チャットを送ったら返事が来た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914400"/>
            <a:ext cx="3931920" cy="1920240"/>
          </a:xfrm>
          <a:prstGeom prst="rect">
            <a:avLst/>
          </a:prstGeom>
          <a:solidFill>
            <a:srgbClr val="F2F2F2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749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antigravity.google が開く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856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ログインできている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29514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□  チャットを送ったら返事が来た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3017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全部チェックできたら今日は完了です！お疲れ様でした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次回　第2回　使いこなし講座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自分の自己紹介ページを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一緒に作ります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228600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くろちゃんに自己紹介の内容を整理してもらう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288036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Antigravity でページを生成する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474720"/>
            <a:ext cx="54864" cy="4114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その場で完成したページが手に入る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320" y="4389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4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今日インストールしたツールをそのまま使います。お楽しみに！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AIツール使いこなし講座 第1回</dc:title>
  <dc:subject>PptxGenJS Presentation</dc:subject>
  <dc:creator>有江健彦</dc:creator>
  <cp:lastModifiedBy>有江健彦</cp:lastModifiedBy>
  <cp:revision>1</cp:revision>
  <dcterms:created xsi:type="dcterms:W3CDTF">2026-04-16T02:04:47Z</dcterms:created>
  <dcterms:modified xsi:type="dcterms:W3CDTF">2026-04-16T02:04:47Z</dcterms:modified>
</cp:coreProperties>
</file>