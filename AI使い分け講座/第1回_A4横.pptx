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572000"/>
            <a:ext cx="2560320" cy="256032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394960"/>
            <a:ext cx="1463040" cy="146304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導入・インストール講座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・ Antigravity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今日のゴール：2つのツールが動く状態で終わる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903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Zoomオンライン ・ 画面共有あり ・ PC必須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15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005840"/>
            <a:ext cx="8412480" cy="1005840"/>
          </a:xfrm>
          <a:prstGeom prst="rect">
            <a:avLst/>
          </a:prstGeom>
          <a:solidFill>
            <a:srgbClr val="EEF0F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115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オープニング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5544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在りさんの実体験を聞く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1188720" cy="100584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267712"/>
            <a:ext cx="8412480" cy="100584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セットアップ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28163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アカウント作成 → ログイン → 最初のチャット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1188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393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0:30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0782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3529584"/>
            <a:ext cx="8412480" cy="100584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 セットアップ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078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 → 起動 → 画面の見方を確認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791456"/>
            <a:ext cx="1188720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011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0:50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53400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4791456"/>
            <a:ext cx="8412480" cy="1005840"/>
          </a:xfrm>
          <a:prstGeom prst="rect">
            <a:avLst/>
          </a:prstGeom>
          <a:solidFill>
            <a:srgbClr val="EBF5EE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11680" y="4901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 ・ Q&amp;A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1680" y="53400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全員の画面で両方が動いているか確認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053328"/>
            <a:ext cx="11887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163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0:55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601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0" y="6053328"/>
            <a:ext cx="8412480" cy="1005840"/>
          </a:xfrm>
          <a:prstGeom prst="rect">
            <a:avLst/>
          </a:prstGeom>
          <a:solidFill>
            <a:srgbClr val="EEF0F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11680" y="6163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第2回の予告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011680" y="66019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次回は自分の自己紹介ページを一緒に作ります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最初に一つお約束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7955280" cy="1737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38988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誰か一人でもつまずいたら、止まります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4114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906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11810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エラーが出ても、焦らなくて大丈夫です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4114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422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416966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チャット欄にエラーメッセージを貼ってもらえれば一緒に解決します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166360"/>
            <a:ext cx="4114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93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522122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「完成しなくても OK」が今日のルールです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6217920"/>
            <a:ext cx="4114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245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627278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詰まることは失敗じゃない。それが普通です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コーチ歴15年。コードは一行も書いたことがない。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それでも、Webアプリをいくつも作れた。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432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朝霧ヤマノの売上管理システム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033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コーチング練習AIアプリ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6634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見積書・請求書生成ツール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623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毎朝AIニュースを自動収集してメール送信するシステム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903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使ったのは Claude・Antigravity・Claude Code、この3つだけ。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今日インストールする2つのツール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6263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937760" cy="64008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8813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267712"/>
            <a:ext cx="4297680" cy="502920"/>
          </a:xfrm>
          <a:prstGeom prst="rect">
            <a:avLst/>
          </a:prstGeom>
          <a:solidFill>
            <a:srgbClr val="3B82C4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134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相談・文章・設計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347472" cy="34747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92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日本語で話しかけるだけ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347472" cy="34747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187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アカウント作成は無料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349240"/>
            <a:ext cx="347472" cy="34747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376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5394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ブラウザで使える（インストール不要）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005840"/>
            <a:ext cx="4937760" cy="6263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1005840"/>
            <a:ext cx="49377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108813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1755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antigravity.google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2267712"/>
            <a:ext cx="4297680" cy="502920"/>
          </a:xfrm>
          <a:prstGeom prst="rect">
            <a:avLst/>
          </a:prstGeom>
          <a:solidFill>
            <a:srgbClr val="D97706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23134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アプリをゼロから作る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897880" y="297180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29992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2512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「作って」と言うだけでアプリが生成される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416052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4187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VSCode風の画面でファイルも管理できる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534924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5376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5394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2.5 Pro 搭載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7315200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Claude Code は本日対象外。気になる方は補講でご案内します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　Claude セットアップ（20分）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　claude.ai　を開いてください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594360" cy="594360"/>
          </a:xfrm>
          <a:prstGeom prst="rect">
            <a:avLst/>
          </a:prstGeom>
          <a:solidFill>
            <a:srgbClr val="3B82C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0078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627632"/>
            <a:ext cx="9006840" cy="59436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682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「サインアップ」をクリック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751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Googleアカウントでログインが一番かんたんです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594360" cy="594360"/>
          </a:xfrm>
          <a:prstGeom prst="rect">
            <a:avLst/>
          </a:prstGeom>
          <a:solidFill>
            <a:srgbClr val="3B82C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906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3017520"/>
            <a:ext cx="9006840" cy="59436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3072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メールアドレスで登録する場合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36499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確認メールが届きます。メールを開いてリンクをクリック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07408"/>
            <a:ext cx="594360" cy="594360"/>
          </a:xfrm>
          <a:prstGeom prst="rect">
            <a:avLst/>
          </a:prstGeom>
          <a:solidFill>
            <a:srgbClr val="3B82C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4805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4440" y="4407408"/>
            <a:ext cx="9006840" cy="59436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ログインできたら画面を確認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チャット入力欄が見えればOKです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797296"/>
            <a:ext cx="594360" cy="594360"/>
          </a:xfrm>
          <a:prstGeom prst="rect">
            <a:avLst/>
          </a:prstGeom>
          <a:solidFill>
            <a:srgbClr val="3B82C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587044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5797296"/>
            <a:ext cx="9006840" cy="59436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5852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最初のチャットを打ってみる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61447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「こんにちは」と打ってEnterを押してください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7242048"/>
            <a:ext cx="9784080" cy="274320"/>
          </a:xfrm>
          <a:prstGeom prst="rect">
            <a:avLst/>
          </a:prstGeom>
          <a:solidFill>
            <a:srgbClr val="3B82C4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726033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詰まったらチャット欄にエラー内容を貼ってください。一緒に解決します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に話しかけてみよう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チャット欄にこのままコピーして送ってみてください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9784080" cy="2103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2011680" cy="4754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36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送るメッセージ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はじめまして。私はAIが初めてです。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あなたができることを3つだけ、かんたんに教えてください。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Claudeが答えてくれたら成功です！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347472" cy="347472"/>
          </a:xfrm>
          <a:prstGeom prst="rect">
            <a:avLst/>
          </a:prstGeom>
          <a:solidFill>
            <a:srgbClr val="3B82C4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451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65429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日本語でそのまま話しかけてOK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5532120"/>
            <a:ext cx="347472" cy="347472"/>
          </a:xfrm>
          <a:prstGeom prst="rect">
            <a:avLst/>
          </a:prstGeom>
          <a:solidFill>
            <a:srgbClr val="3B82C4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5595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556869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質問も相談も、なんでも受け取ってくれます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347472" cy="347472"/>
          </a:xfrm>
          <a:prstGeom prst="rect">
            <a:avLst/>
          </a:prstGeom>
          <a:solidFill>
            <a:srgbClr val="3B82C4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73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648309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間違えても消して書き直せます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　Antigravity セットアップ（20分）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　antigravity.google　を開いてください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0078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627632"/>
            <a:ext cx="9006840" cy="59436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682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サインインする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751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Googleアカウントでログインします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906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3017520"/>
            <a:ext cx="9006840" cy="59436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3072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新しいプロジェクトを作る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36499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「New Project」またはそれに相当するボタンをクリック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07408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4805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4440" y="4407408"/>
            <a:ext cx="9006840" cy="59436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画面の見方を確認する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左：ファイル一覧　右：チャット　これだけ覚えれば OK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797296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587044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5797296"/>
            <a:ext cx="9006840" cy="59436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5852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チャットに一言打ってみる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61447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「こんにちは」と打って送信してみてください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7242048"/>
            <a:ext cx="9784080" cy="274320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726033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詰まったらチャット欄にエラー内容を貼ってください。一緒に解決します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　チェックリスト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937760" cy="64008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389120" cy="123444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58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claude.ai が開く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389120" cy="123444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67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ログインできている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4389120" cy="123444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76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チャットを送ったら返事が来た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1005840"/>
            <a:ext cx="4937760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1005840"/>
            <a:ext cx="49377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07899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52160" y="1874520"/>
            <a:ext cx="4389120" cy="123444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258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antigravity.google が開く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52160" y="3383280"/>
            <a:ext cx="4389120" cy="123444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67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ログインできている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52160" y="4892040"/>
            <a:ext cx="4389120" cy="123444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5276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チャットを送ったら返事が来た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9494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全部チェックできたら今日は完了です！お疲れ様でした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4114800"/>
            <a:ext cx="2926080" cy="292608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　第2回　使いこなし講座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自分の自己紹介ページを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一緒に作ります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97764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に自己紹介の内容を整理してもらう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93776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 でページを生成する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89788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その場で完成したページが手に入る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949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今日インストールしたツールをそのまま使います。お楽しみに！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第1回 導入・インストール講座</dc:title>
  <dc:subject>PptxGenJS Presentation</dc:subject>
  <dc:creator>PptxGenJS</dc:creator>
  <cp:lastModifiedBy>PptxGenJS</cp:lastModifiedBy>
  <cp:revision>1</cp:revision>
  <dcterms:created xsi:type="dcterms:W3CDTF">2026-04-13T04:24:38Z</dcterms:created>
  <dcterms:modified xsi:type="dcterms:W3CDTF">2026-04-13T04:24:38Z</dcterms:modified>
</cp:coreProperties>
</file>