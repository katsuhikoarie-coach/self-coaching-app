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AIツール使いこなし講座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　使いこなし講座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029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786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今日のゴール：自分の手で、自己紹介ページを作る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Zoomオンライン　・　画面共有あり　・　PC必須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第2回　使いこなし講座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503920" cy="5394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89611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オープニング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9080" y="896112"/>
            <a:ext cx="4663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バイブコーディング・ゴール宣言・在りさんの実績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399032"/>
            <a:ext cx="85039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399032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4904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4904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472184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STEP1：くろちゃんで内容整理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1472184"/>
            <a:ext cx="4663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インタビュー → まとめ → コピー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975104"/>
            <a:ext cx="8503920" cy="5394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975104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665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0665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2048256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STEP2：Antigravityでページ生成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2048256"/>
            <a:ext cx="4663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【クライマックス】自己紹介ページが完成する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551176"/>
            <a:ext cx="85039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551176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6426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26426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62432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3ツールの使い分け整理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69080" y="2624328"/>
            <a:ext cx="4663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どれをいつ使うかを整理する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127248"/>
            <a:ext cx="8503920" cy="5394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127248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2186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2186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3200400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クロージング・宿題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9080" y="3200400"/>
            <a:ext cx="4663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問いを渡す・宿題を渡す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703320"/>
            <a:ext cx="8503920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703320"/>
            <a:ext cx="640080" cy="5394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1:05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37947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08760" y="3776472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質疑応答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バイブコーディングとは何か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AIを使いこなせる人と、使えない人の差は何か？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6858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「AIに何者になってほしいか」を決めて、伝えて、返ってきたものに対話を続けられるかどうか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2743200" cy="1371600"/>
          </a:xfrm>
          <a:prstGeom prst="rect">
            <a:avLst/>
          </a:prstGeom>
          <a:solidFill>
            <a:srgbClr val="1A235A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95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AIに何の役割を与えるか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331720"/>
            <a:ext cx="2743200" cy="1371600"/>
          </a:xfrm>
          <a:prstGeom prst="rect">
            <a:avLst/>
          </a:prstGeom>
          <a:solidFill>
            <a:srgbClr val="1A235A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395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2834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目的と役割を明確に言語化する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743200" cy="1371600"/>
          </a:xfrm>
          <a:prstGeom prst="rect">
            <a:avLst/>
          </a:prstGeom>
          <a:solidFill>
            <a:srgbClr val="1A235A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395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続ける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返ってきたものに反応して、また伝える。諦めない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これはコーチングそのもの。だからコーチこそバイブコーディングに向いている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オープニング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コーチがバイブコーディングに向いている理由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576072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868680"/>
            <a:ext cx="4023360" cy="576072"/>
          </a:xfrm>
          <a:prstGeom prst="rect">
            <a:avLst/>
          </a:prstGeom>
          <a:solidFill>
            <a:srgbClr val="D4A84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コーチングの力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96012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バイブコーディングの力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90472"/>
            <a:ext cx="40233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90472"/>
            <a:ext cx="40233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どんな問いを立てるか設計する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58191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AIに何を依頼するか明確にする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4023360" cy="57607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112264"/>
            <a:ext cx="4023360" cy="57607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0370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相手にどう動いてもらうか考える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20370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AIに役割を与えて動かす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22199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40233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734056"/>
            <a:ext cx="40233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2549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目的まで諦めずに関わり続ける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82549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返ってきたものに対話を続ける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2843784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355848"/>
            <a:ext cx="4023360" cy="57607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355848"/>
            <a:ext cx="4023360" cy="57607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4728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答えを出さず、引き出す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344728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AIを使って言語化・具現化する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3465576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4663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今日の講座で、これを体感してもらいます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コーチ歴15年。コードは一行も書いたことがない。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それでも今、Webアプリをいくつも作って仕事で使っている。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技術を覚えたからじゃない。「AIに何をさせたいか」を言語化できたからだ。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54864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朝霧ヤマノの売上管理システム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54864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コーチング練習AIアプリ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54864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見積書・請求書生成ツール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54864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毎朝AIニュースを自動収集してメール送信するシステム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5720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今日、皆さんも同じことをやります。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STEP 1　くろちゃん（Claude）で内容整理（15分）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　くろちゃんで内容整理（15分）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P-02　くろちゃんに送るインタビュープロンプト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8595360" cy="1005840"/>
          </a:xfrm>
          <a:prstGeom prst="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私の自己紹介ページをHTMLで作りたいです。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まず私のことをインタビューしてください。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名前・仕事・得意なこと・伝えたいことを引き出してください。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3〜4問、一問ずつ聞いてください。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くろちゃんが質問してきます → 思ったまま答えてください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8152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81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3〜4問答えたら「ありがとうございます。200字でまとめて」と送る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73989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39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まとめてくれたら → やり取り全体をコピー（Ctrl+A）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681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完璧な答えじゃなくていいです。ざっくりでOKです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ちょっと待ってください。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今、皆さんがやったことを振り返ってみます。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くろちゃんに「インタビューしてほしい」と役割を与えた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返ってきた質問に答えた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505456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0545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「もっとこういう感じで」と対話を続けた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8595360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それ、もうバイブコーディングをやっています。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説明を聞いたんじゃない。自分でやった。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この感覚を持ったまま、STEP2へ進みます。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STEP 2　Antigravity でページ生成（25分）【クライマックス】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　Antigravity でページ生成（25分）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P-04　Antigravity のチャットへ送るプロンプト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8595360" cy="1417320"/>
          </a:xfrm>
          <a:prstGeom prst="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以下の内容をもとに、私の自己紹介HTMLページを作ってください。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条件：シンプルでおしゃれ・スマホ対応・名前・仕事・得意なことが伝わる構成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 自己紹介の内容（くろちゃんとのやり取り） 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（←ここにコピーしたくろちゃんとのやり取りを貼り付ける）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 を開いて → 右側チャット欄にプロンプトを貼り付けて送る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456432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4564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左側にファイルが生成されていくのを眺めて待つ（数分かかります）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078224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782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 をクリック → プレビューが見えたら完成！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681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完成しなかった方も大丈夫。今日の続きは家でできます。今日は体験ができれば100点です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3ツールの使い分け整理（10分）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3つのツールの使い分け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3108960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（Claude）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37744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考える・書く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相談・原稿・アイデア整理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戦略・壁打ち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3108960"/>
          </a:xfrm>
          <a:prstGeom prst="rect">
            <a:avLst/>
          </a:prstGeom>
          <a:solidFill>
            <a:srgbClr val="D4A84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3774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ゼロから作る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2377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新しいアプリ・ページ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ツールの生成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868680"/>
            <a:ext cx="2743200" cy="310896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クロコ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（Claude Code）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37744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既存を直す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バグ修正・コードの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部分書き換え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（補講で！）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→ 「新しく作る」ならAntigravity　「相談・文章」ならくろちゃん　「直す」ならクロコ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今日やったことの本質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くろちゃんに「インタビューしてほしい」と伝えた → 役割を与えた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返ってきた質問に答えて、「もっとこういう感じで」と対話を続けた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Antigravityに「ページを作ってほしい」と伝えた → ゼロから生成した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生成されたものを見て、「ここを変えて」と追加指示した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337560"/>
            <a:ext cx="8595360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37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これ、全部バイブコーディングです。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40690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一往復で終わらずに、目的に向かって対話を続けた。それが今日やったことの本質です。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クロージング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帰ってから、一つだけ考えてみてください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「私はAIに、何者になってほしいのか」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93392" y="1828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秘書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12464" y="1828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壁打ち相手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1828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50608" y="18288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859536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34640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答えはすぐ出なくていい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23160" y="2834640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決めたら、伝える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返ってきたら、また伝える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20840" y="2834640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諦めない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ふとした瞬間に浮かんできたら、そのままくろちゃんに話しかけてみてください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それだけで、AIの使い方が一気に変わります。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クロージング・宿題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宿題は一つだけ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rgbClr val="FFF8D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109728" cy="9601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  今日作った自己紹介ページを、明日誰か一人に見せてください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54864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「AIで作ったんだよ」と言えば話題になります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54864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「もっとこうしたい」が出てきたら、それが使い続ける理由になります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54864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「あの人にも使わせてあげたい」と思ったら、この講座を紹介してください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617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今日はありがとうございました。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質疑応答（20分）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4183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41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90525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作ったページはどこに公開できますか？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2161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GitHub Pages・Netlify・Vercel などが無料で使えます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68249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Antigravityの生成が止まりました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19933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チャットで「続けて」と送ってみてください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8595360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49631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245973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デザインをもっと変えたい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27706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Antigravityのチャットで「背景を白にして」など追加指示できます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27355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323697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自分の仕事に使えますか？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35478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何の仕事ですか？一緒に考えます（コーチング質問でヒアリング）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7132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40507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401421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クロコ（Claude Code）はいつ使えますか？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4325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補講でご案内します。まず今日の2つを使いこなしてから！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AIツール使いこなし講座 第2回</dc:title>
  <dc:subject>PptxGenJS Presentation</dc:subject>
  <dc:creator>有江健彦</dc:creator>
  <cp:lastModifiedBy>有江健彦</cp:lastModifiedBy>
  <cp:revision>1</cp:revision>
  <dcterms:created xsi:type="dcterms:W3CDTF">2026-04-16T01:57:29Z</dcterms:created>
  <dcterms:modified xsi:type="dcterms:W3CDTF">2026-04-16T01:57:29Z</dcterms:modified>
</cp:coreProperties>
</file>