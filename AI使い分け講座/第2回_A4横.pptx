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4114800"/>
            <a:ext cx="2926080" cy="2926080"/>
          </a:xfrm>
          <a:prstGeom prst="ellipse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5029200"/>
            <a:ext cx="1645920" cy="1645920"/>
          </a:xfrm>
          <a:prstGeom prst="ellipse">
            <a:avLst/>
          </a:prstGeom>
          <a:solidFill>
            <a:srgbClr val="D4A84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使いこなし講座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× Antigravity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7498080" cy="777240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40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この講座が終わったら、あなたの自己紹介ページが完成しています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903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Zoomオンライン ・ 画面共有あり ・ PC必須　75〜90分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721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960120"/>
            <a:ext cx="8503920" cy="914400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051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オープニング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14538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今日のゴールを宣言する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1097280" cy="91440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05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039112"/>
            <a:ext cx="8503920" cy="91440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2039112"/>
            <a:ext cx="64008" cy="91440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2130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で内容を整理する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20240" y="25328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自己紹介の素材をClaudeに引き出してもらう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18104"/>
            <a:ext cx="10972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3118104"/>
            <a:ext cx="8503920" cy="91440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737360" y="3118104"/>
            <a:ext cx="6400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32095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 でページを作る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20240" y="361188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Claudeの会話をそのまま貼り付けて生成！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97096"/>
            <a:ext cx="1097280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88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37360" y="4197096"/>
            <a:ext cx="8503920" cy="914400"/>
          </a:xfrm>
          <a:prstGeom prst="rect">
            <a:avLst/>
          </a:prstGeom>
          <a:solidFill>
            <a:srgbClr val="EB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240" y="4288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3ツールの使い分けを整理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920240" y="46908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Claude・Antigravity・Claude Codeの役割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276088"/>
            <a:ext cx="10972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578815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37360" y="5276088"/>
            <a:ext cx="8503920" cy="914400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5367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クロージング・宿題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920240" y="576986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「今日作ったページを明日誰かに見せる」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355080"/>
            <a:ext cx="1097280" cy="914400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446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86714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6355080"/>
            <a:ext cx="8503920" cy="914400"/>
          </a:xfrm>
          <a:prstGeom prst="rect">
            <a:avLst/>
          </a:prstGeom>
          <a:solidFill>
            <a:srgbClr val="EEF0F4"/>
          </a:solidFill>
          <a:ln/>
        </p:spPr>
      </p:sp>
      <p:sp>
        <p:nvSpPr>
          <p:cNvPr id="40" name="Text 38"/>
          <p:cNvSpPr/>
          <p:nvPr/>
        </p:nvSpPr>
        <p:spPr>
          <a:xfrm>
            <a:off x="1920240" y="6446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920240" y="6848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なんでも聞いてください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この講座が終わったとき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あなたの画面に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自分の自己紹介ページがある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4133088"/>
            <a:ext cx="960120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370832"/>
            <a:ext cx="9144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4622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説明を聞くだけじゃなく、自分の手で動かします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285232"/>
            <a:ext cx="9144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5376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詰まっても OK。完成しなくても 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199632"/>
            <a:ext cx="9144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62910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「使えそう」ではなく「もう使った」で終わります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コードゼロで、ここまでできた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コーチ歴15年。コードは一行も書いたことがない。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4937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27632"/>
            <a:ext cx="137160" cy="21945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30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売上管理システム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27706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Firebase認証＋MariaDB・朝霧ヤマノで稼働中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627632"/>
            <a:ext cx="4937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627632"/>
            <a:ext cx="137160" cy="21945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5833872" y="2130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AIコーチング練習アプリ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33872" y="27706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API連携・モニター5名で運用中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4937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4096512"/>
            <a:ext cx="137160" cy="2194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45994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AIニュース自動収集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" y="52395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毎朝9時に5テーマを収集してGmailに送信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4096512"/>
            <a:ext cx="4937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4096512"/>
            <a:ext cx="13716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833872" y="45994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見積書・請求書ツール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33872" y="52395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商品113件登録済み・掛率・消費税対応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7178040"/>
            <a:ext cx="9784080" cy="347472"/>
          </a:xfrm>
          <a:prstGeom prst="rect">
            <a:avLst/>
          </a:prstGeom>
          <a:solidFill>
            <a:srgbClr val="1E2761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7205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使ったのは Claude・Antigravity・Claude Code だけ。今日、あなたも同じことができます。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　Claude に自己紹介を整理してもらう（15分）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のチャット画面を開いてください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978408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011680" cy="4754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453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このプロンプトをコピーして送る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084832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私の自己紹介ページをHTMLで作りたいです。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まず私のことをインタビューしてください。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名前・仕事・得意なこと・伝えたいことを引き出してください。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3〜4問、一問ずつ聞いてください。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Claudeが質問を返してきますので、思ったまま答えてください。ざっくりでOKです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9784080" cy="155448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4526280"/>
            <a:ext cx="1828800" cy="41148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45628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3〜4問答えたら送るプロンプト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5047488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ありがとうございます。今のやり取りをもとに、私の自己紹介を200字程度にまとめてください。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2362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まとめてくれたら → やり取り全体をコピーしておく（Ctrl+A でもOK）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　Antigravity で自己紹介ページを作る（25分）【クライマックス】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331720" cy="1554480"/>
          </a:xfrm>
          <a:prstGeom prst="rect">
            <a:avLst/>
          </a:prstGeom>
          <a:solidFill>
            <a:srgbClr val="EBF2F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331720" cy="45720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Claudeのやり取りを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すべてコピー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70048" y="15727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98648" y="960120"/>
            <a:ext cx="2331720" cy="155448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8648" y="960120"/>
            <a:ext cx="233172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2898648" y="1005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08376" y="153619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チャットを開く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48656" y="15727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77256" y="960120"/>
            <a:ext cx="2331720" cy="1554480"/>
          </a:xfrm>
          <a:prstGeom prst="rect">
            <a:avLst/>
          </a:prstGeom>
          <a:solidFill>
            <a:srgbClr val="EBF5EE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77256" y="960120"/>
            <a:ext cx="2331720" cy="457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5477256" y="1005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6984" y="153619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貼り付けて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「作って」と送る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27264" y="15727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55864" y="960120"/>
            <a:ext cx="2331720" cy="1554480"/>
          </a:xfrm>
          <a:prstGeom prst="rect">
            <a:avLst/>
          </a:prstGeom>
          <a:solidFill>
            <a:srgbClr val="EEF0F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55864" y="96012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55864" y="1005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65592" y="1536192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生成される！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978408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97480"/>
            <a:ext cx="2194560" cy="4754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7340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Antigravityに送るメッセージ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73552"/>
            <a:ext cx="94183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以下の内容をもとに、私の自己紹介HTMLページを作ってください。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条件：シンプルでおしゃれなデザイン・スマホでも見やすいレイアウト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自己紹介の内容（Claudeとのやり取り） ───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（←ここにコピーしたClaudeとのやり取りを貼り付ける）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9784080" cy="713232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62356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生成には数分かかります。左ペインにファイルが現れたら完成のサインです！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生成されたら　確認と調整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005840"/>
            <a:ext cx="9006840" cy="169164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1143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ページを開いて確認する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Antigravityの「Preview」またはindex.htmlをブラウザで開く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906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3017520"/>
            <a:ext cx="9006840" cy="169164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3154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気になるところを追加指示する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67588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「色をもっと明るくして」「写真を入れるスペースを作って」など日本語でそのまま追加指示できます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5943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51023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5029200"/>
            <a:ext cx="9006840" cy="1691640"/>
          </a:xfrm>
          <a:prstGeom prst="rect">
            <a:avLst/>
          </a:prstGeom>
          <a:solidFill>
            <a:srgbClr val="FEF3E2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5166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満足できたら保存する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68756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ファイルをダウンロードするか、URLをコピーして手元に残す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7114032"/>
            <a:ext cx="9784080" cy="411480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7150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「完成しなくてもOK」。ここまで来たら十分すごい。続きは家でできます。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3つのツール　使い分けの整理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291840" cy="6355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291840" cy="5943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743200" cy="475488"/>
          </a:xfrm>
          <a:prstGeom prst="rect">
            <a:avLst/>
          </a:prstGeom>
          <a:solidFill>
            <a:srgbClr val="3B82C4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19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考える・書く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0352" y="2331720"/>
            <a:ext cx="2798064" cy="8046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1460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相談・壁打ち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3337560"/>
            <a:ext cx="2798064" cy="8046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52044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文章・原稿作成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4343400"/>
            <a:ext cx="2798064" cy="8046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5262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アイデア整理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5349240"/>
            <a:ext cx="2798064" cy="804672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553212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プロンプト設計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960120"/>
            <a:ext cx="3291840" cy="6355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960120"/>
            <a:ext cx="329184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024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023360" y="1691640"/>
            <a:ext cx="2743200" cy="475488"/>
          </a:xfrm>
          <a:prstGeom prst="rect">
            <a:avLst/>
          </a:prstGeom>
          <a:solidFill>
            <a:srgbClr val="D97706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1719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ゼロから作る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05072" y="2331720"/>
            <a:ext cx="2798064" cy="804672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3" name="Text 21"/>
          <p:cNvSpPr/>
          <p:nvPr/>
        </p:nvSpPr>
        <p:spPr>
          <a:xfrm>
            <a:off x="4096512" y="251460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新規アプリ開発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3337560"/>
            <a:ext cx="2798064" cy="804672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352044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ファイル一式の生成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4343400"/>
            <a:ext cx="2798064" cy="804672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7" name="Text 25"/>
          <p:cNvSpPr/>
          <p:nvPr/>
        </p:nvSpPr>
        <p:spPr>
          <a:xfrm>
            <a:off x="4096512" y="45262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ページ・ツール作成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05072" y="5349240"/>
            <a:ext cx="2798064" cy="804672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29" name="Text 27"/>
          <p:cNvSpPr/>
          <p:nvPr/>
        </p:nvSpPr>
        <p:spPr>
          <a:xfrm>
            <a:off x="4096512" y="553212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Walkthroughも自動生成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960120"/>
            <a:ext cx="3291840" cy="6355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960120"/>
            <a:ext cx="3291840" cy="5943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024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498080" y="1691640"/>
            <a:ext cx="2743200" cy="475488"/>
          </a:xfrm>
          <a:prstGeom prst="rect">
            <a:avLst/>
          </a:prstGeom>
          <a:solidFill>
            <a:srgbClr val="2E8B57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17190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既存を直す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479792" y="2331720"/>
            <a:ext cx="2798064" cy="804672"/>
          </a:xfrm>
          <a:prstGeom prst="rect">
            <a:avLst/>
          </a:prstGeom>
          <a:solidFill>
            <a:srgbClr val="EBF5EE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251460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バグ修正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79792" y="3337560"/>
            <a:ext cx="2798064" cy="804672"/>
          </a:xfrm>
          <a:prstGeom prst="rect">
            <a:avLst/>
          </a:prstGeom>
          <a:solidFill>
            <a:srgbClr val="EBF5EE"/>
          </a:solidFill>
          <a:ln/>
        </p:spPr>
      </p:sp>
      <p:sp>
        <p:nvSpPr>
          <p:cNvPr id="38" name="Text 36"/>
          <p:cNvSpPr/>
          <p:nvPr/>
        </p:nvSpPr>
        <p:spPr>
          <a:xfrm>
            <a:off x="7571232" y="352044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コードの部分書き換え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79792" y="4343400"/>
            <a:ext cx="2798064" cy="804672"/>
          </a:xfrm>
          <a:prstGeom prst="rect">
            <a:avLst/>
          </a:prstGeom>
          <a:solidFill>
            <a:srgbClr val="EB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452628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ターミナル操作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79792" y="5349240"/>
            <a:ext cx="2798064" cy="804672"/>
          </a:xfrm>
          <a:prstGeom prst="rect">
            <a:avLst/>
          </a:prstGeom>
          <a:solidFill>
            <a:srgbClr val="EBF5EE"/>
          </a:solidFill>
          <a:ln/>
        </p:spPr>
      </p:sp>
      <p:sp>
        <p:nvSpPr>
          <p:cNvPr id="42" name="Text 40"/>
          <p:cNvSpPr/>
          <p:nvPr/>
        </p:nvSpPr>
        <p:spPr>
          <a:xfrm>
            <a:off x="7571232" y="553212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（補講で詳しく扱います）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9774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迷ったときはこれで決める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858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何かについて考えたい・相談したい・文章を書きたい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09560" y="1005840"/>
            <a:ext cx="2331720" cy="10058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280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6858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420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新しいアプリ・ページ・ツールをゼロから作りたい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09560" y="2267712"/>
            <a:ext cx="2331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6858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80390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今あるアプリのコードを直したい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09560" y="3529584"/>
            <a:ext cx="2331720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38039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6858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506577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どうすればいいか戦略を考えたい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09560" y="4791456"/>
            <a:ext cx="2331720" cy="100584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5065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053328"/>
            <a:ext cx="6858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632764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大きく作り直したい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6327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909560" y="6053328"/>
            <a:ext cx="2331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6327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今日の宿題　一つだけ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9601200" cy="1417320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今日作った自己紹介ページを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明日、誰か一人に見せてください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15468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人に見せることで「使った」が「使いこなし」になる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1148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「AIで作ったんだよ」と言えば話題になります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91440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0749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「もっとこうしたい」が出てきたら、それが使い続ける理由になります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080760"/>
            <a:ext cx="9601200" cy="64008"/>
          </a:xfrm>
          <a:prstGeom prst="rect">
            <a:avLst/>
          </a:prstGeom>
          <a:solidFill>
            <a:srgbClr val="D4A843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2910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Codeが気になった方は補講へ。詳細はチャットでお知らせします。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75620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2704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Claudeは「考える・書く」パートナー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25496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Antigravityは「ゼロから作る」開発エンジン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014216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12394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Codeは「既存を直す」職人（補講で！）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312664"/>
            <a:ext cx="9144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422392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3つを組み合わせれば、コード知識ゼロでも仕事が変わる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90372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CC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ご参加ありがとうございました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第2回 使いこなし講座</dc:title>
  <dc:subject>PptxGenJS Presentation</dc:subject>
  <dc:creator>PptxGenJS</dc:creator>
  <cp:lastModifiedBy>PptxGenJS</cp:lastModifiedBy>
  <cp:revision>1</cp:revision>
  <dcterms:created xsi:type="dcterms:W3CDTF">2026-04-13T04:24:39Z</dcterms:created>
  <dcterms:modified xsi:type="dcterms:W3CDTF">2026-04-13T04:24:39Z</dcterms:modified>
</cp:coreProperties>
</file>